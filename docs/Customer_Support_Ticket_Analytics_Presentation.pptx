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9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21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2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5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3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7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4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0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2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497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Support Ticket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Final Project</a:t>
            </a:r>
            <a:r>
              <a:rPr lang="en-IN" dirty="0"/>
              <a:t> 01</a:t>
            </a:r>
            <a:endParaRPr dirty="0"/>
          </a:p>
          <a:p>
            <a:r>
              <a:rPr dirty="0"/>
              <a:t>Presented by: Thaheer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support tickets using Machine Learning and Deep Learning.</a:t>
            </a:r>
          </a:p>
          <a:p>
            <a:r>
              <a:t>Predict Priority, Category and Resolution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ticket prioritization</a:t>
            </a:r>
          </a:p>
          <a:p>
            <a:r>
              <a:t>• Classify support categories</a:t>
            </a:r>
          </a:p>
          <a:p>
            <a:r>
              <a:t>• Predict resolution time</a:t>
            </a:r>
          </a:p>
          <a:p>
            <a:r>
              <a:t>• Build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Scikit-learn, TensorFlow, Keras, Streamlit, Matplotlib, Seaborn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200,000 records</a:t>
            </a:r>
          </a:p>
          <a:p>
            <a:r>
              <a:t>36 features</a:t>
            </a:r>
          </a:p>
          <a:p>
            <a:r>
              <a:t>Customer, Ticket, Issue and Resolution attributes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Data Preprocessing</a:t>
            </a:r>
          </a:p>
          <a:p>
            <a:r>
              <a:t>3. Feature Engineering</a:t>
            </a:r>
          </a:p>
          <a:p>
            <a:r>
              <a:t>4. Priority Classification</a:t>
            </a:r>
          </a:p>
          <a:p>
            <a:r>
              <a:t>5. Category Classification</a:t>
            </a:r>
          </a:p>
          <a:p>
            <a:r>
              <a:t>6. Resolution Time Prediction</a:t>
            </a:r>
          </a:p>
          <a:p>
            <a:r>
              <a:t>7. Model Saving</a:t>
            </a:r>
          </a:p>
          <a:p>
            <a:r>
              <a:t>8. Streamlit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Models: Logistic Regression, Random Forest, LSTM</a:t>
            </a:r>
          </a:p>
          <a:p>
            <a:r>
              <a:t>Best Model: LSTM</a:t>
            </a:r>
          </a:p>
          <a:p>
            <a:r>
              <a:t>Accuracy ≈ 25%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Models: Logistic Regression, Random Forest, LSTM</a:t>
            </a:r>
          </a:p>
          <a:p>
            <a:r>
              <a:t>Best Model: LSTM</a:t>
            </a:r>
          </a:p>
          <a:p>
            <a:r>
              <a:t>Accuracy ≈ 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Time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Models: Linear Regression, Random Forest Regressor</a:t>
            </a:r>
          </a:p>
          <a:p>
            <a:r>
              <a:t>MAE ≈ 60 Hours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for:</a:t>
            </a:r>
          </a:p>
          <a:p>
            <a:r>
              <a:t>• Priority Prediction</a:t>
            </a:r>
          </a:p>
          <a:p>
            <a:r>
              <a:t>• Category Prediction</a:t>
            </a:r>
          </a:p>
          <a:p>
            <a:r>
              <a:t>• Resolution Time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NLP-based classification</a:t>
            </a:r>
          </a:p>
          <a:p>
            <a:r>
              <a:t>✓ Deep Learning implementation</a:t>
            </a:r>
          </a:p>
          <a:p>
            <a:r>
              <a:t>✓ Regression modeling</a:t>
            </a:r>
          </a:p>
          <a:p>
            <a:r>
              <a:t>✓ Interactive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built an end-to-end Customer Support Ticket Analytics System.</a:t>
            </a:r>
          </a:p>
          <a:p>
            <a:r>
              <a:t>Future: Cloud deployment and advanced NLP models.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223</Words>
  <Application>Microsoft Office PowerPoint</Application>
  <PresentationFormat>On-screen Show 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Customer Support Ticket Analytics Dashboard</vt:lpstr>
      <vt:lpstr>Project Overview</vt:lpstr>
      <vt:lpstr>Project Objectives</vt:lpstr>
      <vt:lpstr>Technology Stack</vt:lpstr>
      <vt:lpstr>Dataset Information</vt:lpstr>
      <vt:lpstr>Project Workflow</vt:lpstr>
      <vt:lpstr>Priority Classification</vt:lpstr>
      <vt:lpstr>Category Classification</vt:lpstr>
      <vt:lpstr>Resolution Time Prediction</vt:lpstr>
      <vt:lpstr>Streamlit Dashboard</vt:lpstr>
      <vt:lpstr>Key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THAHEER</dc:creator>
  <cp:keywords/>
  <dc:description>generated using python-pptx</dc:description>
  <cp:lastModifiedBy>Thaheer A</cp:lastModifiedBy>
  <cp:revision>2</cp:revision>
  <dcterms:created xsi:type="dcterms:W3CDTF">2013-01-27T09:14:16Z</dcterms:created>
  <dcterms:modified xsi:type="dcterms:W3CDTF">2026-06-22T16:53:12Z</dcterms:modified>
  <cp:category/>
</cp:coreProperties>
</file>